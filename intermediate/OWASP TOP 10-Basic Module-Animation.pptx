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333C-F7B9-8A4F-B4CF-1CD212CDB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CDCE6-6C66-B6B9-8B17-F77A35E57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B4A3C-EDAC-79DB-F493-B8BA1EFD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1A4A-CC3B-0BCB-F2DC-1B1D38F64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D12FA-0AE7-C2E5-821E-2775162A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0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9237-232E-4392-9014-FCE68F0F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B7C4-EEB7-601E-A450-ACE69A24A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A628-CA1C-E286-85D8-500965C0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B2A2C-C09E-B5F0-63E6-C7963165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BFA94-DD0A-7D28-C5BD-8773935E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3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F5C9-DA9A-96DA-E565-C3ABE2AAB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8E382-8E8A-2FF3-6177-FDF1ED058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F8ED1-4241-B893-0DBB-C5B7355AE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153D-EAAB-01A5-134E-C9B2F05CA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F5314-E964-D5B5-0D13-0370E7D6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9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CDDB1-3582-9E7E-FB73-5B66F2AE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80660-67A5-7E8E-46F4-CF82A5E01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243EB-66B3-5772-B7E9-A28EA02D5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7C3CC-4A72-99BA-47F2-F02C7C63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FE71C-11E6-9FE7-380E-04D5EBE5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9C019-4042-ACA1-0049-0469363E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0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D7B5-D27F-24C9-9555-1391F1A2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D16FF-10A1-5495-82A2-5CAD88994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F0988-B6BD-4590-C918-10D998109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BC515-925E-C2E1-3279-C13A95167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C6E772-4FD4-4DAF-A719-23D48AA28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0DB51-1898-B3F0-955B-EF717561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CC39DA-B0C6-B64B-2D8E-1D956B92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361D10-9433-42A6-76EA-5EDEFE0B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8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A360-D154-B008-4BDE-9D146D8D8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9632E-FA2A-7A9F-E620-6527D380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896FF-6D07-49A7-B429-8045B78E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C47C4-E343-64B4-3E10-4733B889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26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A7C825-F4EB-A836-5CA0-6EF861B4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288A2-B8B7-63F2-7063-E5429288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458A7-B550-A738-4393-78D1776E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1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4F33-8BBE-68CD-3688-E173BE44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367E4-E34D-A4C0-80C5-FCD446CD5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0614A-B566-6222-0A1B-4B37F062A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CD370-2B00-AC69-E7AA-F7705E83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934EE-4B81-CB61-4B87-192678AD3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AAE66-6F29-99B8-CDD1-17EB3F65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7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DB05-3DD4-B9A3-B924-9C7EF30A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050E5-9D3C-A0A9-ACC7-75927735C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77E3C-D2D8-5124-4FA2-8AA0DB2B4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C668B-D8FC-2456-A266-3F6CCEDEF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02444-ADD9-4600-2EB0-BC0C3190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7320B-8BEF-81AC-CA29-5AD9C9A6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7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16D-C9B0-267C-4AEA-C1B8AA6F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90360-8BB9-8B71-B1DB-FF6B88583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F8A0C-033F-8122-7B6D-C618E53C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5EEC1-ABFA-FF09-4B9A-05449BB2B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CC4B5-5E2C-4804-53E4-C0739D44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1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DEDAB-FA70-B283-8040-74EDDF251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7B119-F154-483B-ED80-0ED33887C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E02CF-D2A9-B4AB-8331-BED6A729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0E03-A535-8042-12D6-0C95BE96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B2E27-3896-A56A-5672-D18D40CA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4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9B1E1-A7DF-5C62-99FB-18A379BC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84187-7D9E-9D37-4F4B-23DA0E5A7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3EF9E-E684-C8C8-98C7-7DBF04437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45070-30FB-4091-B331-88A2A24E5B1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A1107-8CAC-26AB-8EBF-6717BEA08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29E-A007-4369-1E33-780DC0D91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09485-B67C-4EA9-AE61-3CF2FCE9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6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F588EC-B083-841F-2079-8A10A3DFD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43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2AB03F-3FC9-378F-D554-2BD5B3530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7499"/>
            <a:ext cx="3513595" cy="2402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FD3B79-E49C-66D0-F5F4-F27DCC47B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74" y="4101723"/>
            <a:ext cx="2589384" cy="13927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3F43F1-9E6B-3D6D-4C39-03EA9D31C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4790" y="1484492"/>
            <a:ext cx="2645155" cy="25330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9488A0-4884-6F2A-380A-6A2AD35BF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1708" y="3966335"/>
            <a:ext cx="2398168" cy="13162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5DF9BB-06EE-F0D8-12BB-AFB928BD93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651" y="1363498"/>
            <a:ext cx="3489693" cy="26937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845A8D-0302-9FA3-19E2-4D3CB08BC5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997" y="4180138"/>
            <a:ext cx="3330347" cy="9795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951044D-80D9-DFDD-7D65-698C319256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0574" y="1237760"/>
            <a:ext cx="3330347" cy="28974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6532B6-2A89-288A-97D2-189DE25650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4430" y="4148232"/>
            <a:ext cx="3232296" cy="12997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A4EC2AF-650D-1247-1426-D4CF882B4D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5828" y="5578711"/>
            <a:ext cx="8954750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4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Hashokmi Pheirim</dc:creator>
  <cp:lastModifiedBy>Hashokmi Pheirim</cp:lastModifiedBy>
  <cp:revision>3</cp:revision>
  <dcterms:created xsi:type="dcterms:W3CDTF">2026-04-11T12:30:46Z</dcterms:created>
  <dcterms:modified xsi:type="dcterms:W3CDTF">2026-04-11T12:44:14Z</dcterms:modified>
</cp:coreProperties>
</file>